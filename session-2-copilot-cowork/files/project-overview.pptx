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Website Redesign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DD7EE"/>
                </a:solidFill>
              </a:rPr>
              <a:t>Project Overview &amp; Status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DC3E6"/>
                </a:solidFill>
              </a:rPr>
              <a:t>Q2 2026  |  ACME Corporation  |  PM: Kanokporn Wattanasuk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C3E6"/>
                </a:solidFill>
              </a:rPr>
              <a:t>Prepared: May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Goals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868680"/>
          </a:xfrm>
          <a:prstGeom prst="rect">
            <a:avLst/>
          </a:prstGeom>
          <a:solidFill>
            <a:srgbClr val="EBF3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🎯  Improve UX &amp;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Redesign all customer-facing pages with a modern, mobile-first UI. Target: +25% add-to-cart rate.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11430000" cy="868680"/>
          </a:xfrm>
          <a:prstGeom prst="rect">
            <a:avLst/>
          </a:prstGeom>
          <a:solidFill>
            <a:srgbClr val="EBF3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⚡ 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Achieve Core Web Vitals LCP &lt; 2.5 s, CLS &lt; 0.1, FID &lt; 100 ms on all key pages.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11430000" cy="868680"/>
          </a:xfrm>
          <a:prstGeom prst="rect">
            <a:avLst/>
          </a:prstGeom>
          <a:solidFill>
            <a:srgbClr val="EBF3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♿  Accessibility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Meet WCAG 2.1 Level AA to broaden audience and comply with upcoming regulations.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11430000" cy="868680"/>
          </a:xfrm>
          <a:prstGeom prst="rect">
            <a:avLst/>
          </a:prstGeom>
          <a:solidFill>
            <a:srgbClr val="EBF3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🔌  CMS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Migrate to headless WordPress so the marketing team can publish content without developer help.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12080"/>
            <a:ext cx="11430000" cy="868680"/>
          </a:xfrm>
          <a:prstGeom prst="rect">
            <a:avLst/>
          </a:prstGeom>
          <a:solidFill>
            <a:srgbClr val="EBF3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📱  Mobile Responsive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Ensure pixel-perfect experience on iOS 17 / Android 14 across 4 key breakpoints.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Timeline &amp; Key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9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1430000" cy="6583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9163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9163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May 1–12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691639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Discovery &amp;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59" y="1719072"/>
            <a:ext cx="1737360" cy="32918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59" y="171907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2316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231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May 13–30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42316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Wireframes &amp; Design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59" y="2450592"/>
            <a:ext cx="1737360" cy="3291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59" y="245059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11430000" cy="6583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15467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15467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Jun 1–16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154679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High-fidelity UI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59" y="3182112"/>
            <a:ext cx="173736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9" y="318211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Not Started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49040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8862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</a:rPr>
              <a:t>M4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8862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Jun 5–26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8862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Front-end Development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59" y="3913632"/>
            <a:ext cx="173736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59" y="391363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Not Started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80560"/>
            <a:ext cx="11430000" cy="6583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61772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</a:rPr>
              <a:t>M5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617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Jun 22–28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46177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QA &amp; Accessibility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95159" y="4645152"/>
            <a:ext cx="173736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59" y="464515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Not Started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212080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34924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349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Jun 28–30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534924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UAT &amp; Production Deploy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59" y="5376672"/>
            <a:ext cx="173736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59" y="537667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Not Started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Team &amp;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Team 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48640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8191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Kanokporn Wattanasuk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8191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Project 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76272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942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Apinya Soontorn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4942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UX / Product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43784"/>
            <a:ext cx="548640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1693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Siriphon Chaiyaporn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1693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UI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11296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8444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Nattawut Lertkul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844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Front-end 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78808"/>
            <a:ext cx="548640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Rattana Promchai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2519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Front-end / CMS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94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Tanawat Boonlert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9194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QA &amp;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Budget Summary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508760"/>
            <a:ext cx="530352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58191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</a:rPr>
              <a:t>Website Redesign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58191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</a:rPr>
              <a:t>฿1,500,000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1581912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F4E79"/>
                </a:solidFill>
              </a:rPr>
              <a:t>36%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176272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24942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</a:rPr>
              <a:t>Mobile App v2.0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24942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</a:rPr>
              <a:t>฿1,800,000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2249424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F4E79"/>
                </a:solidFill>
              </a:rPr>
              <a:t>43%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843784"/>
            <a:ext cx="530352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91693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</a:rPr>
              <a:t>Customer Portal Upgrade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91693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</a:rPr>
              <a:t>฿600,000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2916936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F4E79"/>
                </a:solidFill>
              </a:rPr>
              <a:t>14%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511296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5844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</a:rPr>
              <a:t>Contingency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58444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</a:rPr>
              <a:t>฿300,000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584448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F4E79"/>
                </a:solidFill>
              </a:rPr>
              <a:t>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178808"/>
            <a:ext cx="5303520" cy="5943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25196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Total Q2 Tech Budget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25196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฿4,200,000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425196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Risks, Issues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Current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</a:rPr>
              <a:t>🔴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Team capacity in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013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Two senior engineers on leave Jun 10–20. Contract developer hire approved to cover Mobile App UI.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11430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</a:rPr>
              <a:t>🟡 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Checkout flow design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2432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Payment gateway spec still pending from client. Blocker for T-009, T-012. Escalated to PM.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1143000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</a:rPr>
              <a:t>🟡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Accessibility WCAG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4728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Client has not delivered WCAG checklist. T-015 blocked. Deadline reminder sent April 22.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11430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</a:rPr>
              <a:t>🟢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</a:rPr>
              <a:t>Scope creep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27024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Client requested blog module addition. Scope change request raised; decision expected May 20.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754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Immediate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74920"/>
            <a:ext cx="11430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▶  Wireframe review &amp; sign-off by May 26
▶  UI Design System v1.0 release by May 30
▶  Contract developer on-board by May 20
▶  Client WCAG checklist deadline: May 21 (escalated)
▶  Q2 mid-point review: June 15,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